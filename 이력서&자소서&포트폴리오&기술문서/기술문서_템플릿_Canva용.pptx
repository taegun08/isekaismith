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2B2420"/>
                </a:solidFill>
                <a:latin typeface="맑은 고딕"/>
              </a:rPr>
              <a:t>[프로젝트명]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5651D"/>
                </a:solidFill>
                <a:latin typeface="맑은 고딕"/>
              </a:rPr>
              <a:t>[Project English Name] — Technical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155"/>
                </a:solidFill>
                <a:latin typeface="맑은 고딕"/>
              </a:rPr>
              <a:t>[한 줄 소개 - 무엇을, 왜 만들었는지]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89120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8912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기간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[YYYY.MM~MM]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389120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438912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규모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[커밋/스크립트]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389120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438912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개발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[인원/역할]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20640"/>
            <a:ext cx="10515600" cy="1188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B6155"/>
                </a:solidFill>
                <a:latin typeface="맑은 고딕"/>
              </a:rPr>
              <a:t>🖼️  [표지 이미지 자리]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01 · 표지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[01. 챕터명]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B2420"/>
                </a:solidFill>
                <a:latin typeface="맑은 고딕"/>
              </a:rPr>
              <a:t>[슬라이드 제목]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6576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2B2420"/>
                </a:solidFill>
                <a:latin typeface="맑은 고딕"/>
              </a:rPr>
              <a:t>[핵심 요약 문단 - 무엇을 왜 만들었는지 2~3문장]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B5651D"/>
                </a:solidFill>
                <a:latin typeface="맑은 고딕"/>
              </a:rPr>
              <a:t>[소제목 A]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[내용 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200400"/>
            <a:ext cx="55321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337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B5651D"/>
                </a:solidFill>
                <a:latin typeface="맑은 고딕"/>
              </a:rPr>
              <a:t>[소제목 B]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03320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[내용 B]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2120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[지표]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[값]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1488" y="521208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52120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[지표]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[값]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74336" y="521208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52120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[지표]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[값]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87183" y="521208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52120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[지표]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[값]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0032" y="521208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52120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[지표]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[값]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02 · 개요 (요약 + 카드 2개 + 수치 배지)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[02. 챕터명]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B2420"/>
                </a:solidFill>
                <a:latin typeface="맑은 고딕"/>
              </a:rPr>
              <a:t>[구성요소 / 시스템 목록]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6576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09728" cy="169164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2420"/>
                </a:solidFill>
                <a:latin typeface="맑은 고딕"/>
              </a:rPr>
              <a:t>[시스템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4884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[담당 클래스/기능 설명]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6002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1600200"/>
            <a:ext cx="109728" cy="169164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282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2420"/>
                </a:solidFill>
                <a:latin typeface="맑은 고딕"/>
              </a:rPr>
              <a:t>[시스템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4884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[담당 클래스/기능 설명]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6002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1600200"/>
            <a:ext cx="109728" cy="169164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7282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2420"/>
                </a:solidFill>
                <a:latin typeface="맑은 고딕"/>
              </a:rPr>
              <a:t>[시스템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14884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[담당 클래스/기능 설명]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474720"/>
            <a:ext cx="109728" cy="169164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6027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2420"/>
                </a:solidFill>
                <a:latin typeface="맑은 고딕"/>
              </a:rPr>
              <a:t>[시스템 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023359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[담당 클래스/기능 설명]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347472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79392" y="3474720"/>
            <a:ext cx="109728" cy="169164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6027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2420"/>
                </a:solidFill>
                <a:latin typeface="맑은 고딕"/>
              </a:rPr>
              <a:t>[시스템 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023359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[담당 클래스/기능 설명]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347472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10144" y="3474720"/>
            <a:ext cx="109728" cy="169164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36027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2420"/>
                </a:solidFill>
                <a:latin typeface="맑은 고딕"/>
              </a:rPr>
              <a:t>[시스템 6]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4023359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[담당 클래스/기능 설명]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03 · 3x2 구성요소 그리드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[02. 챕터명]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B2420"/>
                </a:solidFill>
                <a:latin typeface="맑은 고딕"/>
              </a:rPr>
              <a:t>[핵심 순환 루프 / Flow]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6576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[단계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26080"/>
            <a:ext cx="1545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[설명]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83464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B5651D"/>
                </a:solidFill>
                <a:latin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3774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5146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[단계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926080"/>
            <a:ext cx="1545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[설명]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83464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B5651D"/>
                </a:solidFill>
                <a:latin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3" y="23774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3" y="25146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[단계 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926080"/>
            <a:ext cx="1545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[설명]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3" y="283464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B5651D"/>
                </a:solidFill>
                <a:latin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655" y="23774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25146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[단계 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2926080"/>
            <a:ext cx="1545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[설명]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3464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B5651D"/>
                </a:solidFill>
                <a:latin typeface="맑은 고딕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23774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25146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[단계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26080"/>
            <a:ext cx="1545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[설명]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7" y="283464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B5651D"/>
                </a:solidFill>
                <a:latin typeface="맑은 고딕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86999" y="23774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6999" y="25146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[단계 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0151" y="2926080"/>
            <a:ext cx="1545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[설명]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89120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[순환 구조 설명 + 시스템 간 결합 원칙]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04 · 흐름 다이어그램 (박스 6개 + 화살표)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[03. 핵심 기능]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B2420"/>
                </a:solidFill>
                <a:latin typeface="맑은 고딕"/>
              </a:rPr>
              <a:t>[기능 제목 - 무엇을 어떻게]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6576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X-X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[이 기능이 무엇이고 왜 필요한지 2~3문장]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52344"/>
            <a:ext cx="106619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8A9A7A"/>
                </a:solidFill>
                <a:latin typeface="Consolas"/>
              </a:rPr>
              <a:t>// [실제 코드 5~10줄]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F1EAD9"/>
                </a:solidFill>
                <a:latin typeface="Consolas"/>
              </a:rPr>
              <a:t>public void Example()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F1EAD9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8A9A7A"/>
                </a:solidFill>
                <a:latin typeface="Consolas"/>
              </a:rPr>
              <a:t>    // 핵심 로직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F1EAD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155"/>
                </a:solidFill>
                <a:latin typeface="맑은 고딕"/>
              </a:rPr>
              <a:t>[파일명.cs 발췌 - 캡션]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6F9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4748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[왜 이렇게 설계했는지 - 대안 대비 선택 이유]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🖼️  [이미지 자리 - 캡션]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05 · 핵심 기능 딥다이브 (본문+코드+선택이유+이미지)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[05. 고민과 선택]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B2420"/>
                </a:solidFill>
                <a:latin typeface="맑은 고딕"/>
              </a:rPr>
              <a:t>[무엇을 두고 고민했는지]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6576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X-X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EF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69164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EF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691640"/>
            <a:ext cx="4983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맑은 고딕"/>
              </a:rPr>
              <a:t>[A안 이름]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9164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4983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[B안 이름]  ✓ 채택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2103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B6155"/>
                </a:solidFill>
                <a:latin typeface="맑은 고딕"/>
              </a:rPr>
              <a:t>동작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240280"/>
            <a:ext cx="5257800" cy="704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313432"/>
            <a:ext cx="4983480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[A안 동작]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240280"/>
            <a:ext cx="5257800" cy="704088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6F9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13432"/>
            <a:ext cx="4983480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[B안 동작]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17520"/>
            <a:ext cx="2103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B6155"/>
                </a:solidFill>
                <a:latin typeface="맑은 고딕"/>
              </a:rPr>
              <a:t>장점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017520"/>
            <a:ext cx="5257800" cy="704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090672"/>
            <a:ext cx="4983480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[A안 장점]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017520"/>
            <a:ext cx="5257800" cy="704088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6F9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090672"/>
            <a:ext cx="4983480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[B안 장점]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94760"/>
            <a:ext cx="2103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B6155"/>
                </a:solidFill>
                <a:latin typeface="맑은 고딕"/>
              </a:rPr>
              <a:t>단점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794760"/>
            <a:ext cx="5257800" cy="704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867912"/>
            <a:ext cx="4983480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[A안 단점]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794760"/>
            <a:ext cx="5257800" cy="704088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6F9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67912"/>
            <a:ext cx="4983480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[B안 단점]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63440"/>
            <a:ext cx="12801600" cy="96012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2527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1EAD9"/>
                </a:solidFill>
                <a:latin typeface="맑은 고딕"/>
              </a:rPr>
              <a:t>선택 이유: [왜 B안을 택했는지]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06 · 트레이드오프 A/B 비교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[04. 카탈로그]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B2420"/>
                </a:solidFill>
                <a:latin typeface="맑은 고딕"/>
              </a:rPr>
              <a:t>[그룹명]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6576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91440" cy="603504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64792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B2420"/>
                </a:solidFill>
                <a:latin typeface="Consolas"/>
              </a:rPr>
              <a:t>[ClassName]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64792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[한 줄 설명]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04872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404872"/>
            <a:ext cx="91440" cy="603504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78024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B2420"/>
                </a:solidFill>
                <a:latin typeface="Consolas"/>
              </a:rPr>
              <a:t>[ClassName]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78024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[한 줄 설명]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18104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118104"/>
            <a:ext cx="91440" cy="603504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91256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B2420"/>
                </a:solidFill>
                <a:latin typeface="Consolas"/>
              </a:rPr>
              <a:t>[ClassName]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91256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[한 줄 설명]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31336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831336"/>
            <a:ext cx="91440" cy="603504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04488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B2420"/>
                </a:solidFill>
                <a:latin typeface="Consolas"/>
              </a:rPr>
              <a:t>[ClassName]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04488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[한 줄 설명]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44568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544568"/>
            <a:ext cx="91440" cy="603504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B2420"/>
                </a:solidFill>
                <a:latin typeface="Consolas"/>
              </a:rPr>
              <a:t>[ClassName]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617720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[한 줄 설명]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5780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257800"/>
            <a:ext cx="91440" cy="603504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30952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B2420"/>
                </a:solidFill>
                <a:latin typeface="Consolas"/>
              </a:rPr>
              <a:t>[ClassName]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330952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[한 줄 설명]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07 · 클래스/기능 카탈로그 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[부록]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B2420"/>
                </a:solidFill>
                <a:latin typeface="맑은 고딕"/>
              </a:rPr>
              <a:t>[체크리스트 / 마무리]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6576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642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96596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[체크 항목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6888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[체크 항목 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7180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[체크 항목 3]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7472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[체크 항목 4]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977639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[체크 항목 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TEMPLATE 08 · 체크리스트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